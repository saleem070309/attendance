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C56D9-015C-48C9-8789-77425E3F2B8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3E1D-54D9-4C01-99FE-19F1551B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64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C56D9-015C-48C9-8789-77425E3F2B8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3E1D-54D9-4C01-99FE-19F1551B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05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C56D9-015C-48C9-8789-77425E3F2B8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3E1D-54D9-4C01-99FE-19F1551B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35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C56D9-015C-48C9-8789-77425E3F2B8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3E1D-54D9-4C01-99FE-19F1551B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03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C56D9-015C-48C9-8789-77425E3F2B8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3E1D-54D9-4C01-99FE-19F1551B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4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C56D9-015C-48C9-8789-77425E3F2B8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3E1D-54D9-4C01-99FE-19F1551B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18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C56D9-015C-48C9-8789-77425E3F2B8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3E1D-54D9-4C01-99FE-19F1551B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37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C56D9-015C-48C9-8789-77425E3F2B8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3E1D-54D9-4C01-99FE-19F1551B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4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C56D9-015C-48C9-8789-77425E3F2B8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3E1D-54D9-4C01-99FE-19F1551B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55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C56D9-015C-48C9-8789-77425E3F2B8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3E1D-54D9-4C01-99FE-19F1551B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66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C56D9-015C-48C9-8789-77425E3F2B8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F3E1D-54D9-4C01-99FE-19F1551B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33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C56D9-015C-48C9-8789-77425E3F2B8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F3E1D-54D9-4C01-99FE-19F1551B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9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/>
          <p:cNvSpPr/>
          <p:nvPr/>
        </p:nvSpPr>
        <p:spPr>
          <a:xfrm>
            <a:off x="1592686" y="1322007"/>
            <a:ext cx="916117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JO" sz="8800" b="1" dirty="0" smtClean="0"/>
              <a:t>اسم المشروع + الشعار</a:t>
            </a:r>
            <a:br>
              <a:rPr lang="ar-JO" sz="8800" b="1" dirty="0" smtClean="0"/>
            </a:br>
            <a:r>
              <a:rPr lang="ar-JO" sz="8800" b="1" dirty="0" smtClean="0"/>
              <a:t>+ </a:t>
            </a:r>
            <a:r>
              <a:rPr lang="en-US" sz="8800" b="1" dirty="0" smtClean="0"/>
              <a:t>slogan </a:t>
            </a:r>
            <a:endParaRPr lang="ar-JO" sz="8800" dirty="0"/>
          </a:p>
        </p:txBody>
      </p:sp>
    </p:spTree>
    <p:extLst>
      <p:ext uri="{BB962C8B-B14F-4D97-AF65-F5344CB8AC3E}">
        <p14:creationId xmlns:p14="http://schemas.microsoft.com/office/powerpoint/2010/main" val="170177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/>
          <p:cNvSpPr/>
          <p:nvPr/>
        </p:nvSpPr>
        <p:spPr>
          <a:xfrm>
            <a:off x="3460123" y="1025794"/>
            <a:ext cx="695888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JO" sz="4800" b="1" dirty="0" smtClean="0"/>
              <a:t>الفريق </a:t>
            </a:r>
            <a:r>
              <a:rPr lang="en-US" sz="4800" b="1" dirty="0" smtClean="0"/>
              <a:t>Team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4800" dirty="0" smtClean="0"/>
              <a:t>أسماء الأعضاء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4800" dirty="0" smtClean="0"/>
              <a:t>دور كل عضو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4800" dirty="0" smtClean="0"/>
              <a:t>مهارة أساسية لكل شخص (مثلاً: تصميم، برمجة، تسويق)</a:t>
            </a:r>
            <a:endParaRPr lang="ar-JO" sz="4800" dirty="0"/>
          </a:p>
        </p:txBody>
      </p:sp>
    </p:spTree>
    <p:extLst>
      <p:ext uri="{BB962C8B-B14F-4D97-AF65-F5344CB8AC3E}">
        <p14:creationId xmlns:p14="http://schemas.microsoft.com/office/powerpoint/2010/main" val="254493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/>
          <p:cNvSpPr/>
          <p:nvPr/>
        </p:nvSpPr>
        <p:spPr>
          <a:xfrm>
            <a:off x="2970727" y="1785647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ar-JO" sz="5400" b="1" dirty="0" smtClean="0"/>
              <a:t>المشكلة </a:t>
            </a:r>
            <a:r>
              <a:rPr lang="en-US" sz="5400" b="1" dirty="0" smtClean="0"/>
              <a:t>Problem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5400" dirty="0" smtClean="0"/>
              <a:t>ما هي المشكلة؟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5400" dirty="0" smtClean="0"/>
              <a:t>من يعاني منها؟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5400" dirty="0" smtClean="0"/>
              <a:t>لماذا هي مهمة؟</a:t>
            </a:r>
            <a:endParaRPr lang="ar-JO" sz="5400" dirty="0"/>
          </a:p>
        </p:txBody>
      </p:sp>
    </p:spTree>
    <p:extLst>
      <p:ext uri="{BB962C8B-B14F-4D97-AF65-F5344CB8AC3E}">
        <p14:creationId xmlns:p14="http://schemas.microsoft.com/office/powerpoint/2010/main" val="291917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/>
          <p:cNvSpPr/>
          <p:nvPr/>
        </p:nvSpPr>
        <p:spPr>
          <a:xfrm>
            <a:off x="1262129" y="1615053"/>
            <a:ext cx="947885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JO" sz="6000" b="1" dirty="0" smtClean="0"/>
              <a:t>الحل </a:t>
            </a:r>
            <a:r>
              <a:rPr lang="en-US" sz="6000" b="1" dirty="0" smtClean="0"/>
              <a:t>Solution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6000" dirty="0" smtClean="0"/>
              <a:t>كيف يحل مشروعكم المشكلة؟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6000" dirty="0" smtClean="0"/>
              <a:t>شرح مبسط وواضح للفكرة</a:t>
            </a:r>
            <a:endParaRPr lang="ar-JO" sz="6000" dirty="0"/>
          </a:p>
        </p:txBody>
      </p:sp>
    </p:spTree>
    <p:extLst>
      <p:ext uri="{BB962C8B-B14F-4D97-AF65-F5344CB8AC3E}">
        <p14:creationId xmlns:p14="http://schemas.microsoft.com/office/powerpoint/2010/main" val="212606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/>
          <p:cNvSpPr/>
          <p:nvPr/>
        </p:nvSpPr>
        <p:spPr>
          <a:xfrm>
            <a:off x="1210614" y="1821115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JO" sz="4800" b="1" dirty="0" smtClean="0"/>
              <a:t>الابتكار والتميّز </a:t>
            </a:r>
            <a:r>
              <a:rPr lang="en-US" sz="4800" b="1" dirty="0" smtClean="0"/>
              <a:t>Innovation &amp; Value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4800" dirty="0" smtClean="0"/>
              <a:t>ما الذي يجعل فكرتكم مختلفة؟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4800" dirty="0" smtClean="0"/>
              <a:t>لماذا سيختاركم المستخدم بدل غيركم؟</a:t>
            </a:r>
            <a:endParaRPr lang="ar-JO" sz="4800" dirty="0"/>
          </a:p>
        </p:txBody>
      </p:sp>
    </p:spTree>
    <p:extLst>
      <p:ext uri="{BB962C8B-B14F-4D97-AF65-F5344CB8AC3E}">
        <p14:creationId xmlns:p14="http://schemas.microsoft.com/office/powerpoint/2010/main" val="168302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/>
          <p:cNvSpPr/>
          <p:nvPr/>
        </p:nvSpPr>
        <p:spPr>
          <a:xfrm>
            <a:off x="1133341" y="2307345"/>
            <a:ext cx="995536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JO" sz="5400" b="1" dirty="0" smtClean="0"/>
              <a:t>الفئة المستهدفة </a:t>
            </a:r>
            <a:r>
              <a:rPr lang="en-US" sz="5400" b="1" dirty="0" smtClean="0"/>
              <a:t>Target Customers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5400" dirty="0" smtClean="0"/>
              <a:t>من هم العملاء؟ (عمر، اهتمامات، سلوك)</a:t>
            </a:r>
            <a:endParaRPr lang="ar-JO" sz="5400" dirty="0"/>
          </a:p>
        </p:txBody>
      </p:sp>
    </p:spTree>
    <p:extLst>
      <p:ext uri="{BB962C8B-B14F-4D97-AF65-F5344CB8AC3E}">
        <p14:creationId xmlns:p14="http://schemas.microsoft.com/office/powerpoint/2010/main" val="426681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/>
          <p:cNvSpPr/>
          <p:nvPr/>
        </p:nvSpPr>
        <p:spPr>
          <a:xfrm>
            <a:off x="1262130" y="2014298"/>
            <a:ext cx="999400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JO" sz="5400" b="1" dirty="0" smtClean="0"/>
              <a:t>فهم العملاء </a:t>
            </a:r>
            <a:r>
              <a:rPr lang="en-US" sz="5400" b="1" dirty="0" smtClean="0"/>
              <a:t>Customer Insight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5400" dirty="0" smtClean="0"/>
              <a:t>ماذا يريد العملاء؟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5400" dirty="0" smtClean="0"/>
              <a:t>كيف عرفتم ذلك؟ (استبيان، مقابلة، تجربة)</a:t>
            </a:r>
            <a:endParaRPr lang="ar-JO" sz="5400" dirty="0"/>
          </a:p>
        </p:txBody>
      </p:sp>
    </p:spTree>
    <p:extLst>
      <p:ext uri="{BB962C8B-B14F-4D97-AF65-F5344CB8AC3E}">
        <p14:creationId xmlns:p14="http://schemas.microsoft.com/office/powerpoint/2010/main" val="331648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/>
          <p:cNvSpPr/>
          <p:nvPr/>
        </p:nvSpPr>
        <p:spPr>
          <a:xfrm>
            <a:off x="2932090" y="2065814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ar-JO" sz="5400" b="1" dirty="0" smtClean="0"/>
              <a:t>المنافسون (نافس من؟)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5400" dirty="0" smtClean="0"/>
              <a:t>من هم المنافسون؟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5400" dirty="0" smtClean="0"/>
              <a:t>ماذا يقدمون؟</a:t>
            </a:r>
            <a:endParaRPr lang="ar-JO" sz="5400" dirty="0"/>
          </a:p>
        </p:txBody>
      </p:sp>
    </p:spTree>
    <p:extLst>
      <p:ext uri="{BB962C8B-B14F-4D97-AF65-F5344CB8AC3E}">
        <p14:creationId xmlns:p14="http://schemas.microsoft.com/office/powerpoint/2010/main" val="67892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/>
          <p:cNvSpPr/>
          <p:nvPr/>
        </p:nvSpPr>
        <p:spPr>
          <a:xfrm>
            <a:off x="553792" y="1769600"/>
            <a:ext cx="105091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JO" sz="4800" b="1" dirty="0" smtClean="0"/>
              <a:t>ميزتكم التنافسية </a:t>
            </a:r>
            <a:r>
              <a:rPr lang="en-US" sz="4800" b="1" dirty="0" smtClean="0"/>
              <a:t>Competitive Advantage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4800" dirty="0" smtClean="0"/>
              <a:t>لماذا أنتم أفضل؟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4800" dirty="0" smtClean="0"/>
              <a:t>ما الذي يميزكم بشكل واضح؟</a:t>
            </a:r>
            <a:endParaRPr lang="ar-JO" sz="4800" dirty="0"/>
          </a:p>
        </p:txBody>
      </p:sp>
    </p:spTree>
    <p:extLst>
      <p:ext uri="{BB962C8B-B14F-4D97-AF65-F5344CB8AC3E}">
        <p14:creationId xmlns:p14="http://schemas.microsoft.com/office/powerpoint/2010/main" val="68976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/>
          <p:cNvSpPr/>
          <p:nvPr/>
        </p:nvSpPr>
        <p:spPr>
          <a:xfrm>
            <a:off x="1841679" y="2027177"/>
            <a:ext cx="789474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JO" sz="4800" b="1" dirty="0" smtClean="0"/>
              <a:t>كيف سنبدأ؟ </a:t>
            </a:r>
            <a:r>
              <a:rPr lang="en-US" sz="4800" b="1" dirty="0" smtClean="0"/>
              <a:t>Execution Plan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4800" dirty="0" smtClean="0"/>
              <a:t>أول 3 خطوات عملية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4800" dirty="0" smtClean="0"/>
              <a:t>ماذا ستفعلون خلال أول شهر؟</a:t>
            </a:r>
            <a:endParaRPr lang="ar-JO" sz="4800" dirty="0"/>
          </a:p>
        </p:txBody>
      </p:sp>
    </p:spTree>
    <p:extLst>
      <p:ext uri="{BB962C8B-B14F-4D97-AF65-F5344CB8AC3E}">
        <p14:creationId xmlns:p14="http://schemas.microsoft.com/office/powerpoint/2010/main" val="252453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/>
          <p:cNvSpPr/>
          <p:nvPr/>
        </p:nvSpPr>
        <p:spPr>
          <a:xfrm>
            <a:off x="1249252" y="2014298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JO" sz="5400" b="1" dirty="0" smtClean="0"/>
              <a:t>نموذج الربح </a:t>
            </a:r>
            <a:r>
              <a:rPr lang="en-US" sz="5400" b="1" dirty="0" smtClean="0"/>
              <a:t>Business Model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5400" dirty="0" smtClean="0"/>
              <a:t>كيف ستكسبون المال؟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5400" dirty="0" smtClean="0"/>
              <a:t>من سيدفع؟ ولماذا؟</a:t>
            </a:r>
            <a:endParaRPr lang="ar-JO" sz="5400" dirty="0"/>
          </a:p>
        </p:txBody>
      </p:sp>
    </p:spTree>
    <p:extLst>
      <p:ext uri="{BB962C8B-B14F-4D97-AF65-F5344CB8AC3E}">
        <p14:creationId xmlns:p14="http://schemas.microsoft.com/office/powerpoint/2010/main" val="251128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4"/>
          <p:cNvSpPr/>
          <p:nvPr/>
        </p:nvSpPr>
        <p:spPr>
          <a:xfrm>
            <a:off x="1223493" y="1718084"/>
            <a:ext cx="942733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JO" sz="5400" b="1" dirty="0" smtClean="0"/>
              <a:t>التأثير والتوسع </a:t>
            </a:r>
            <a:r>
              <a:rPr lang="en-US" sz="5400" b="1" dirty="0" smtClean="0"/>
              <a:t>Impact &amp; Growth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5400" dirty="0" smtClean="0"/>
              <a:t>ما الفائدة للمجتمع؟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5400" dirty="0" smtClean="0"/>
              <a:t>كيف يمكن أن يكبر المشروع مستقبلاً؟</a:t>
            </a:r>
            <a:endParaRPr lang="ar-JO" sz="5400" dirty="0"/>
          </a:p>
        </p:txBody>
      </p:sp>
    </p:spTree>
    <p:extLst>
      <p:ext uri="{BB962C8B-B14F-4D97-AF65-F5344CB8AC3E}">
        <p14:creationId xmlns:p14="http://schemas.microsoft.com/office/powerpoint/2010/main" val="3004152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/>
          <p:cNvSpPr/>
          <p:nvPr/>
        </p:nvSpPr>
        <p:spPr>
          <a:xfrm>
            <a:off x="875763" y="1602174"/>
            <a:ext cx="987809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JO" sz="6000" b="1" dirty="0" smtClean="0"/>
              <a:t>الخاتمة </a:t>
            </a:r>
            <a:r>
              <a:rPr lang="en-US" sz="6000" b="1" dirty="0" smtClean="0"/>
              <a:t>Closing</a:t>
            </a:r>
          </a:p>
          <a:p>
            <a:pPr algn="r" rtl="1"/>
            <a:r>
              <a:rPr lang="ar-JO" sz="6000" dirty="0" smtClean="0"/>
              <a:t>إعادة الفكرة بجملة قوية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JO" sz="6000" dirty="0" smtClean="0"/>
              <a:t>لماذا مشروعكم يستحق الاحتضان؟</a:t>
            </a:r>
            <a:endParaRPr lang="ar-JO" sz="6000" dirty="0"/>
          </a:p>
        </p:txBody>
      </p:sp>
    </p:spTree>
    <p:extLst>
      <p:ext uri="{BB962C8B-B14F-4D97-AF65-F5344CB8AC3E}">
        <p14:creationId xmlns:p14="http://schemas.microsoft.com/office/powerpoint/2010/main" val="1276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181</Words>
  <Application>Microsoft Office PowerPoint</Application>
  <PresentationFormat>ملء الشاشة</PresentationFormat>
  <Paragraphs>38</Paragraphs>
  <Slides>13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adoon</dc:creator>
  <cp:lastModifiedBy>adoon</cp:lastModifiedBy>
  <cp:revision>2</cp:revision>
  <dcterms:created xsi:type="dcterms:W3CDTF">2026-04-22T18:25:38Z</dcterms:created>
  <dcterms:modified xsi:type="dcterms:W3CDTF">2026-04-22T18:28:08Z</dcterms:modified>
</cp:coreProperties>
</file>